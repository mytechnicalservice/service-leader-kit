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6552000"/>
            <a:ext cx="12192119" cy="3060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6570000"/>
            <a:ext cx="5400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Muster Maschinenbau GmbH · Kundendienst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